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822960"/>
            <a:ext cx="3474720" cy="34747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64592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3200400" cy="38404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961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Nordstern Services GmbH · IT-Automatisierung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Helpdesk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5EEAD4"/>
                </a:solidFill>
                <a:latin typeface="Calibri"/>
              </a:rPr>
              <a:t>Automatisierung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  <a:latin typeface="Calibri"/>
              </a:rPr>
              <a:t>mit Bash &amp; Python | WSL Ubuntu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0"/>
            <a:ext cx="4114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Verfasserin: Mahtab Variyani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Projekt 2 · Helpdesk Automatisierung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EEAD4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Ausgangslage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Nordstern Services GmbH – Wo liegt das Problem?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30352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Das Unternehmen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Nordstern Services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Mehrere Abteilungen: IT-Support, Vertrieb,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Buchhaltung und Personal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Viele Supportaufgaben werden noch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manuell durchgeführt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Manuelle Prozesse führen zu Fehlern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und längeren Bearbeitungszeiten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5577840" cy="1280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EEAD4"/>
                </a:solidFill>
                <a:latin typeface="Calibri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184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Zeitaufwand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3911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Manuelle Ticketbearbeitung kostet viel Zeit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971800"/>
            <a:ext cx="5577840" cy="1280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EEAD4"/>
                </a:solidFill>
                <a:latin typeface="Calibri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0815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Fehleranfälligkeit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50215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Ohne Automatisierung entstehen leicht Fehler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434840"/>
            <a:ext cx="5577840" cy="1280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52627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EEAD4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5445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Keine Übersicht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9651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Fehlende Reports und Auswertungen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EEAD4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Projektziele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Was soll das Tool leisten?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234440"/>
            <a:ext cx="9144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2286000"/>
            <a:ext cx="2148840" cy="155448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2395728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377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971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Benutzerdaten prüfen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Pflichtfelder und inaktive Konten erkennen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286000"/>
            <a:ext cx="2148840" cy="155448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15768" y="2395728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2377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2971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Tickets auswerten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33101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Übersicht, Prioritäten und Kategorien analysieren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2286000"/>
            <a:ext cx="2148840" cy="155448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56048" y="2395728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2377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2971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Logdateien analysieren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3101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INFO, WARNING und ERROR-Einträge zählen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160520"/>
            <a:ext cx="2148840" cy="155448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72768" y="4270248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72768" y="42519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Fehler erkennen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51846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Kritische Tickets sofort sichtbar machen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4160520"/>
            <a:ext cx="2148840" cy="155448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13048" y="4270248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3048" y="42519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048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Supportberichte erstellen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048" y="51846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Automatische Reports für die Teamleitung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2103120"/>
            <a:ext cx="4754880" cy="4434840"/>
          </a:xfrm>
          <a:prstGeom prst="rect">
            <a:avLst/>
          </a:prstGeom>
          <a:solidFill>
            <a:srgbClr val="0D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EEAD4"/>
                </a:solidFill>
                <a:latin typeface="Calibri"/>
              </a:rPr>
              <a:t>Das Ziel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926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Calibri"/>
              </a:rPr>
              <a:t>Ein Helpdesk-Werkzeugkasten für die Kommandozeile,
der wiederkehrende Aufgaben automatisiert
und Auswertungen einfacher macht.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434840"/>
            <a:ext cx="4114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4617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EAD4"/>
                </a:solidFill>
                <a:latin typeface="Calibri"/>
              </a:rPr>
              <a:t>Schneller · Übersichtlicher · Fehlerfreier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512064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Einfache Supportaufgaben sollen durch
Automatisierung effizienter werden.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EEAD4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Projektstruktur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Technische Umgebung: WSL Ubuntu unter Windows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029200" cy="5074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Calibri"/>
              </a:rPr>
              <a:t>pythonfinalproject/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📁  data/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957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  <a:latin typeface="Calibri"/>
              </a:rPr>
              <a:t>📄  users.csv  tickets.csv  support.log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157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📁  docs/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9981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📁  reports/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  <a:latin typeface="Calibri"/>
              </a:rPr>
              <a:t>📄  support_report.txt  system_snapshot.txt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📁  scripts/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8795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  <a:latin typeface="Calibri"/>
              </a:rPr>
              <a:t>📄  collect_snapshot.sh  start_helpdesk_tool.sh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0799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📁  src/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92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  <a:latin typeface="Calibri"/>
              </a:rPr>
              <a:t>📄  main.py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12079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📁  tests/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463040"/>
            <a:ext cx="29260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6276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D9488"/>
                </a:solidFill>
                <a:latin typeface="Calibri"/>
              </a:rPr>
              <a:t>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645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Python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24028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Hauptprogramm src/main.py
Datenverarbeitung &amp; Menüführung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463040"/>
            <a:ext cx="29260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6276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D9488"/>
                </a:solidFill>
                <a:latin typeface="Calibri"/>
              </a:rPr>
              <a:t>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645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Bash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240280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Zwei Startskripte
System-Snapshot &amp; Voraussetzungsprüfung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3977639"/>
            <a:ext cx="29260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14223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D9488"/>
                </a:solidFill>
                <a:latin typeface="Calibri"/>
              </a:rPr>
              <a:t>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1605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WSL Ubuntu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754879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Ausführungsumgebung
Windows Subsystem for Linux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3977639"/>
            <a:ext cx="29260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414223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D9488"/>
                </a:solidFill>
                <a:latin typeface="Calibri"/>
              </a:rPr>
              <a:t>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1605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CSV-Dateien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754879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Eingabedaten
users.csv · tickets.csv · support.log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EEAD4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Bash-Skripte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Startlogik &amp; System-Snapshot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486400" cy="507492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727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start_helpdesk_tool.sh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Prüft alle Voraussetzungen vor dem Start: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EAD4"/>
                </a:solidFill>
                <a:latin typeface="Calibri"/>
              </a:rPr>
              <a:t>✔  Python 3 ist installiert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EAD4"/>
                </a:solidFill>
                <a:latin typeface="Calibri"/>
              </a:rPr>
              <a:t>✔  Alle benötigten Ordner existieren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EAD4"/>
                </a:solidFill>
                <a:latin typeface="Calibri"/>
              </a:rPr>
              <a:t>✔  main.py ist vorhanden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EAD4"/>
                </a:solidFill>
                <a:latin typeface="Calibri"/>
              </a:rPr>
              <a:t>✔  Startet das Python-Programm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00600"/>
            <a:ext cx="5029200" cy="1417320"/>
          </a:xfrm>
          <a:prstGeom prst="roundRect">
            <a:avLst>
              <a:gd name="adj" fmla="val 5000"/>
            </a:avLst>
          </a:prstGeom>
          <a:solidFill>
            <a:srgbClr val="08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EEAD4"/>
                </a:solidFill>
                <a:latin typeface="Calibri"/>
              </a:rPr>
              <a:t>$ ./scripts/start_helpdesk_tool.sh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Prüfung bestanden → Python-Tool startet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417320"/>
            <a:ext cx="5486400" cy="507492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5727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5727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collect_snapshot.sh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212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Erstellt einen vollständigen System-Snapshot: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EAD4"/>
                </a:solidFill>
                <a:latin typeface="Calibri"/>
              </a:rPr>
              <a:t>📅  Datum und Uhrzeit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EAD4"/>
                </a:solidFill>
                <a:latin typeface="Calibri"/>
              </a:rPr>
              <a:t>🖥  Hostname des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EAD4"/>
                </a:solidFill>
                <a:latin typeface="Calibri"/>
              </a:rPr>
              <a:t>👤  Angemeldeter Benutzer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EAD4"/>
                </a:solidFill>
                <a:latin typeface="Calibri"/>
              </a:rPr>
              <a:t>📂  Aktueller Arbeitspfad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EAD4"/>
                </a:solidFill>
                <a:latin typeface="Calibri"/>
              </a:rPr>
              <a:t>💾  Freier Speicherplatz (df -h)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3952" y="4800600"/>
            <a:ext cx="5029200" cy="1417320"/>
          </a:xfrm>
          <a:prstGeom prst="roundRect">
            <a:avLst>
              <a:gd name="adj" fmla="val 5000"/>
            </a:avLst>
          </a:prstGeom>
          <a:solidFill>
            <a:srgbClr val="08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EEAD4"/>
                </a:solidFill>
                <a:latin typeface="Calibri"/>
              </a:rPr>
              <a:t>$ ./scripts/collect_snapshot.sh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5394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 Speichert Snapshot in reports/system_snapshot.txt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EEAD4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Python-Hauptprogramm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Interaktive Menüführung · src/main.py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94360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Calibri"/>
              </a:rPr>
              <a:t>Nordstern Helpdesk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9488"/>
                </a:solidFill>
                <a:latin typeface="Calibri"/>
              </a:rPr>
              <a:t>================================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40280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2585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Show system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258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System-Snapshot anzeigen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52344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523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7706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Check user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770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Benutzerliste prüfen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64408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644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28269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Show ticket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2826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Ticketübersicht anzeigen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76472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764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7947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Analyze tickets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794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Tickets nach Priorität/Status auswerten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88536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88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30682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Show critical open tickets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3068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Kritische Tickets anzeigen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00600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006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188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Analyze log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8188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Logdatei analysieren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312664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3126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53309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Create support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53309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Supportbericht erstellen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824728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8247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58430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Exit program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58430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Programm beenden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Kernfunktionen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205740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211226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validate_users()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2404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Prüft fehlende Pflichtfelder und inaktive Konten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2816352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287121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load_tickets()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1638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Liest Tickets aus der CSV-Datei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3575304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363016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summarize_tickets()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39227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Auswertung nach Status, Priorität, Kategorie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4334256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43891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show_critical_tickets()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4681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Zeigt offene Tickets mit hoher Priorität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92240" y="5093208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40" y="51480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analyze_log()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5440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Zählt INFO, WARNING und ERROR-Einträge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92240" y="5852159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0840" y="5907023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create_report()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619963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Erstellt vollständigen Supportbericht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EEAD4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Bearbeitung der Supportfälle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Praxisnahe Testszenarien erfolgreich gelöst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1732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4632" y="1600200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4533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Fall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9476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Fehlende Benutzerdaten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4231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Benutzer nklein: E-Mail-Adresse fehlte. validate_users() erkannte die Lücke automatisch.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41732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1" y="160020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4533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Fall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19476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VPN-Ticket (Hoch)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1" y="24231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Offenes Hoch-Priorität-Ticket erkannt. VPN-Störung kann viele Nutzer betreffen – bevorzugt bearbeitet.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57031" y="160020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54533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Fall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476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Logauffälligkeiten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4231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analyze_log() auswertete: INFO: 2 · WARNING: 2 · ERROR: 2 Einträge in support.log.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977639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4632" y="416052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05655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Fall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507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Supportbericht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98347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create_report() erzeugte vollständigen Report mit allen Kennzahlen für die Teamleitung.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977639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70831" y="416052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4105655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Fall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1" y="4507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Fehlende Eingabedatei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1" y="498347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Test mit umbenannter Datei: klare Fehlermeldung, kein Programmabsturz – robuste Fehlerbehandlung.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977639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57031" y="4160520"/>
            <a:ext cx="228600" cy="228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4105655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Calibri"/>
              </a:rPr>
              <a:t>Fall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45079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Übergabe ans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4983479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Kurze Bedienungsanleitung erstellt. Schnelle Einarbeitung ohne technisches Vorwissen.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EEAD4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Ergebnisse &amp; Auswertungen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Kennzahlen aus dem generierten Supportbericht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743200" cy="192024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Benutzer
gesamt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63040"/>
            <a:ext cx="2743200" cy="1920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6002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606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Tickets
gesamt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2743200" cy="19202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002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06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Offene
Tickets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463040"/>
            <a:ext cx="2743200" cy="192024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6002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6060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Kritische
Tickets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11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Log-Analyse (support.log)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60520"/>
            <a:ext cx="1920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251960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INFO: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160520"/>
            <a:ext cx="1920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97480" y="4251960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WARNING: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160520"/>
            <a:ext cx="1920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46320" y="4251960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ERROR: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611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Tickets nach Status &amp; Priorität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160520"/>
            <a:ext cx="16916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93408" y="4306824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86016" y="42519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offen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2519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4160520"/>
            <a:ext cx="16916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22207" y="4306824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14815" y="42519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in Bearbeitung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59" y="42519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D9488"/>
                </a:solidFill>
                <a:latin typeface="Calibr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4160520"/>
            <a:ext cx="16916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51007" y="4306824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43615" y="42519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gelöst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67159" y="42519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2C55E"/>
                </a:solidFill>
                <a:latin typeface="Calibri"/>
              </a:rP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4800600"/>
            <a:ext cx="16916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693408" y="4946904"/>
            <a:ext cx="201168" cy="20116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86016" y="4892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hoch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892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0" y="4800600"/>
            <a:ext cx="16916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22207" y="4946904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14815" y="4892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mittel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59" y="4892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41280" y="4800600"/>
            <a:ext cx="16916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51007" y="4946904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43615" y="4892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niedrig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67159" y="4892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2C55E"/>
                </a:solidFill>
                <a:latin typeface="Calibri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48640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6509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📄  Gespeichert unter: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0" y="5650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Calibri"/>
              </a:rPr>
              <a:t>reports/support_report.txt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Enthält: Erstellungsdatum · Hostname · Benutzer · Tickets · Logeinträge · Technische Bewertung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EEAD4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Fehlerbehandlung &amp; Robustheit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Das Tool reagiert sicher auf alle Problemfälle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Erkannte Fehlerfälle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11680"/>
            <a:ext cx="5303520" cy="749808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2267712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users.csv fehlt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Klare Fehlermeldung, leere Liste zurückgegeben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98648"/>
            <a:ext cx="5303520" cy="749808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3154680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tickets.csv fehlt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10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Klare Fehlermeldung, leere Liste zurückgegeben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85616"/>
            <a:ext cx="5303520" cy="749808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4041648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5876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support.log fehlt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97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Zähler auf 0 gesetzt, Programm läuft weiter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672584"/>
            <a:ext cx="5303520" cy="749808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4928616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4573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Ungültige Menüeingabe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84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Hinweis angezeigt, Menü erneut angeboten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559552"/>
            <a:ext cx="5303520" cy="749808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8640" y="5815584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3270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Leere Pflichtfelder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71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validate_users() erkennt und meldet alle Lücken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4173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Designprinzipien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2011680"/>
            <a:ext cx="2834640" cy="205740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EEAD4"/>
                </a:solidFill>
                <a:latin typeface="Calibri"/>
              </a:rPr>
              <a:t>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788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Kein Absturz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200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Das Programm beendet sich nie unerwartet – alle Fehler werden abgefangen.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2011680"/>
            <a:ext cx="2834640" cy="205740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EEAD4"/>
                </a:solidFill>
                <a:latin typeface="Calibri"/>
              </a:rP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788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Klare Meldungen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200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Jeder Fehlerfall gibt eine verständliche Ausgabe ohne technischen Fachjargon.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89320" y="4343400"/>
            <a:ext cx="2834640" cy="205740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EEAD4"/>
                </a:solidFill>
                <a:latin typeface="Calibri"/>
              </a:rPr>
              <a:t>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5120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Graceful Degradation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532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Fehlendes Input führt zu sicherer Rückgabe (leer), nicht zum Abbruch.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4343400"/>
            <a:ext cx="2834640" cy="2057400"/>
          </a:xfrm>
          <a:prstGeom prst="roundRect">
            <a:avLst>
              <a:gd name="adj" fmla="val 5000"/>
            </a:avLst>
          </a:prstGeom>
          <a:solidFill>
            <a:srgbClr val="16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EEAD4"/>
                </a:solidFill>
                <a:latin typeface="Calibri"/>
              </a:rPr>
              <a:t>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5120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Validierung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532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Alle Pflichtfelder werden geprüft, bevor Reports generiert werden.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EEAD4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Reflexion &amp; Ausblick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Was wurde gelernt – Was kommt als nächstes?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Lerneffekte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20"/>
            <a:ext cx="5394960" cy="530352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258568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Bash und Python erfolgreich gemeinsam eingesetzt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761487"/>
            <a:ext cx="5394960" cy="530352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2916935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7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CSV-Dateien strukturiert eingelesen und verarbeitet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419856"/>
            <a:ext cx="5394960" cy="530352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3575303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112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Fehler sauber behandelt ohne Programmunterbrechung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078224"/>
            <a:ext cx="5394960" cy="530352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" y="4233672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9663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Berichte automatisch generiert und gespeichert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736592"/>
            <a:ext cx="5394960" cy="530352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4892040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2803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Projektstruktur professionell aufgebaut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Geplante Verbesserungen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103120"/>
            <a:ext cx="548640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2677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D9488"/>
                </a:solidFill>
                <a:latin typeface="Calibri"/>
              </a:rPr>
              <a:t>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2677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Suchfunktion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7249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Tickets nach ID, Benutzer oder Kategorie suchen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584448"/>
            <a:ext cx="548640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7490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D9488"/>
                </a:solidFill>
                <a:latin typeface="Calibri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74903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Grafische Auswertung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206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Visuelle Charts für Logdaten und Tickets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5065776"/>
            <a:ext cx="548640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2303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D9488"/>
                </a:solidFill>
                <a:latin typeface="Calibri"/>
              </a:rPr>
              <a:t>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2303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Bessere Ausgabe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68756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Strukturiertere und übersichtlichere CLI-Ausgabe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6446520"/>
            <a:ext cx="11338560" cy="25603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46480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"Durch das Projekt habe ich gelernt, wie man praktisch mit Bash und Python im Supportbereich arbeitet." – Mahtab Variyani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1371600"/>
            <a:ext cx="6400800" cy="6400800"/>
          </a:xfrm>
          <a:prstGeom prst="ellipse">
            <a:avLst/>
          </a:prstGeom>
          <a:solidFill>
            <a:srgbClr val="0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2286000"/>
            <a:ext cx="4572000" cy="4572000"/>
          </a:xfrm>
          <a:prstGeom prst="ellipse">
            <a:avLst/>
          </a:prstGeom>
          <a:solidFill>
            <a:srgbClr val="0D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Vielen Dank!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5EEAD4"/>
                </a:solidFill>
                <a:latin typeface="Calibri"/>
              </a:rPr>
              <a:t>für Ihre Aufmerksamkeit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11880"/>
            <a:ext cx="50292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Mahtab Variyani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Projekt 2 · Helpdesk Automatisierung mit Bash &amp;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Nordstern Services GmbH · WSL Ubuntu unter 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03520"/>
            <a:ext cx="1920240" cy="43891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218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Python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5303520"/>
            <a:ext cx="1920240" cy="43891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53218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5303520"/>
            <a:ext cx="1920240" cy="43891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3218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WSL Ubuntu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5303520"/>
            <a:ext cx="1920240" cy="43891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53218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CSV-Verarbeitung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5303520"/>
            <a:ext cx="1920240" cy="43891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53218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Loganalyse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